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417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D2A26"/>
                </a:solidFill>
                <a:latin typeface="Georgia"/>
              </a:rPr>
              <a:t>Flowgrid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A3A22"/>
                </a:solidFill>
                <a:latin typeface="Georgia"/>
              </a:rPr>
              <a:t>Partner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5B5752"/>
                </a:solidFill>
                <a:latin typeface="Calibri"/>
              </a:rPr>
              <a:t>Sell a branded AI workspace without building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flowgridos.co.uk/partners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SMBs want one AI bill and their own brand — not a patchwork of tools.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Agencies, MSPs and consultancies can own the client relationship.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Flowgrid OS handles infrastructure, model routing, security and updates.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flowgridos.co.uk/partners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platform you resell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Brand layer — tenant logo, accent and white-label shell.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Model router — cost-routed open weights with automatic fallbacks.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Vault &amp; RAG — cited retrieval with per-tenant database isolation.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Modules — chat, research, slides, CRM and project spine.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flowgridos.co.uk/partners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Why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High recurring margins: ~89% Core, ~88% Pro, ~70% Managed after support labour.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Zero licensing overhang: MIT/Apache stack end-to-end.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Sticky clients: vault, projects and usage data increase switching costs.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Fast to deploy: new branded workspaces provisioned in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flowgridos.co.uk/partners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Partner economics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3515258" cy="457200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B14E2E"/>
                </a:solidFill>
                <a:latin typeface="Georgia"/>
              </a:rPr>
              <a:t>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324093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B14E2E"/>
                </a:solidFill>
                <a:latin typeface="Calibri"/>
              </a:rPr>
              <a:t>£29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D2A26"/>
                </a:solidFill>
                <a:latin typeface="Calibri"/>
              </a:rPr>
              <a:t>/seat/mo · min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88920"/>
            <a:ext cx="324093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8E6B"/>
                </a:solidFill>
                <a:latin typeface="Calibri"/>
              </a:rPr>
              <a:t>~89% gross margin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3149498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Workspace, vault &amp; chat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Research &amp; slide export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CRM contacts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Self-serve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325880"/>
            <a:ext cx="3515258" cy="4572000"/>
          </a:xfrm>
          <a:prstGeom prst="roundRect">
            <a:avLst/>
          </a:prstGeom>
          <a:solidFill>
            <a:srgbClr val="B14E2E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5378" y="1463040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Pro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1965960"/>
            <a:ext cx="324093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£49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5378" y="246888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/seat/mo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5378" y="2788920"/>
            <a:ext cx="324093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~88% gross 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1098" y="3291840"/>
            <a:ext cx="3149498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Everything in Core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Premium reasoning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Deep research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Advanced reporting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7796" y="1325880"/>
            <a:ext cx="3515258" cy="457200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4956" y="1463040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B14E2E"/>
                </a:solidFill>
                <a:latin typeface="Georgia"/>
              </a:rPr>
              <a:t>Managed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4956" y="1965960"/>
            <a:ext cx="324093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B14E2E"/>
                </a:solidFill>
                <a:latin typeface="Calibri"/>
              </a:rPr>
              <a:t>£799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4956" y="246888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D2A26"/>
                </a:solidFill>
                <a:latin typeface="Calibri"/>
              </a:rPr>
              <a:t>/mo + £1,500 onboarding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4956" y="2788920"/>
            <a:ext cx="324093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8E6B"/>
                </a:solidFill>
                <a:latin typeface="Calibri"/>
              </a:rPr>
              <a:t>~70% margin after labour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0676" y="3291840"/>
            <a:ext cx="3149498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Includes 10 Pro seats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White-glove onboarding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Quarterly reviews &amp; SLA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400">
                <a:solidFill>
                  <a:srgbClr val="2D2A26"/>
                </a:solidFill>
                <a:latin typeface="Calibri"/>
              </a:defRPr>
            </a:pPr>
            <a:r>
              <a:t>• +£39/extra seat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flowgridos.co.uk/partners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How it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58251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8251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Sign a 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Pick tier &amp; collect brand assets.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0823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00435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0435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Provision workspace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983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Operator console creates tenant, keys &amp; invites.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42619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42619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Curate &amp; train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Upload docs, run onboarding, set caps.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5191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84803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84803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2351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Bill monthly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2351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You invoice client; we invoice you for COGS.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flowgridos.co.uk/partners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Georgia"/>
              </a:rPr>
              <a:t>Become a Flowgrid OS partner.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Book a partner call and we’ll share the operator console, margin model and onboarding runbook.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"/>
              </a:rPr>
              <a:t>partners@flowgridos.co.uk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flowgridos.co.uk/partners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