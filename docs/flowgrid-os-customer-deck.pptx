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solidFill>
            <a:srgbClr val="B14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417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D2A26"/>
                </a:solidFill>
                <a:latin typeface="Georgia"/>
              </a:rPr>
              <a:t>Flowgrid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8A3A22"/>
                </a:solidFill>
                <a:latin typeface="Georgia"/>
              </a:rPr>
              <a:t>AI workspace for UK small organisations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5752"/>
                </a:solidFill>
                <a:latin typeface="Calibri"/>
              </a:rPr>
              <a:t>Turn what your organisation knows into work you can trust.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5752"/>
                </a:solidFill>
                <a:latin typeface="Calibri"/>
              </a:rPr>
              <a:t>flowgridos.co.uk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14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Georgia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Small organisations run on scattered documents, repeated re-keying and blank-page reporting.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Generic AI tools give uncited answers that are hard to check before they reach a funder or client.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What the organisation knows sits in folders and spreadsheets, never where the work happens.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5752"/>
                </a:solidFill>
                <a:latin typeface="Calibri"/>
              </a:rPr>
              <a:t>flowgridos.co.uk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14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Georgia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One workspace connects your source documents, confirmed facts and live projects.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Answers cite the document and page, and say so plainly when your documents don't hold the answer.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Confirm a fact once and every draft reuses it.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Every project comes with scoped chat, its documents and an optional plan of owned tasks; modules add stage gates, budgets and risks, or grant records.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Branded PDF and editable PowerPoint outputs. You review everything; Flowgrid never sends on your behalf.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5752"/>
                </a:solidFill>
                <a:latin typeface="Calibri"/>
              </a:rPr>
              <a:t>flowgridos.co.uk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14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Georgia"/>
              </a:rPr>
              <a:t>What you 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64327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900">
                <a:solidFill>
                  <a:srgbClr val="2D2A26"/>
                </a:solidFill>
                <a:latin typeface="Calibri"/>
              </a:defRPr>
            </a:pPr>
            <a:r>
              <a:t>• Cited answers: every answer links to its document and page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900">
                <a:solidFill>
                  <a:srgbClr val="2D2A26"/>
                </a:solidFill>
                <a:latin typeface="Calibri"/>
              </a:defRPr>
            </a:pPr>
            <a:r>
              <a:t>• Documents (PDF, Word, Excel), searchable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900">
                <a:solidFill>
                  <a:srgbClr val="2D2A26"/>
                </a:solidFill>
                <a:latin typeface="Calibri"/>
              </a:defRPr>
            </a:pPr>
            <a:r>
              <a:t>• Confirmed facts: review once, reuse in every draft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900">
                <a:solidFill>
                  <a:srgbClr val="2D2A26"/>
                </a:solidFill>
                <a:latin typeface="Calibri"/>
              </a:defRPr>
            </a:pPr>
            <a:r>
              <a:t>• Projects and plans: chat and documents on every project, with an optional plan of owned tasks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900">
                <a:solidFill>
                  <a:srgbClr val="2D2A26"/>
                </a:solidFill>
                <a:latin typeface="Calibri"/>
              </a:defRPr>
            </a:pPr>
            <a:r>
              <a:t>• Branded exports: PDF and editable PowerPoint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78727" y="1371600"/>
            <a:ext cx="5364327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900">
                <a:solidFill>
                  <a:srgbClr val="2D2A26"/>
                </a:solidFill>
                <a:latin typeface="Calibri"/>
              </a:defRPr>
            </a:pPr>
            <a:r>
              <a:t>• Research mode: reads the web pages, not just the links, and cites each source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900">
                <a:solidFill>
                  <a:srgbClr val="2D2A26"/>
                </a:solidFill>
                <a:latin typeface="Calibri"/>
              </a:defRPr>
            </a:pPr>
            <a:r>
              <a:t>• Contacts with spreadsheet import, as a tab on any project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900">
                <a:solidFill>
                  <a:srgbClr val="2D2A26"/>
                </a:solidFill>
                <a:latin typeface="Calibri"/>
              </a:defRPr>
            </a:pPr>
            <a:r>
              <a:t>• Usage and cost recorded on every AI call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900">
                <a:solidFill>
                  <a:srgbClr val="2D2A26"/>
                </a:solidFill>
                <a:latin typeface="Calibri"/>
              </a:defRPr>
            </a:pPr>
            <a:r>
              <a:t>• Coming: email &amp; calendar sync, meeting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5752"/>
                </a:solidFill>
                <a:latin typeface="Calibri"/>
              </a:rPr>
              <a:t>flowgridos.co.uk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14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Georgia"/>
              </a:rPr>
              <a:t>Built for your sector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The core platform (documents, confirmed facts and projects) is always included.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Switch on a module and projects gain what your sector needs.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Groundwork · Development projects: stage gates, funding, budget, risk and planning records, with client reports drafted from live records. Available in pilot.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Grantwork · Grant funding: applications, award conditions, impact evidence and monitoring returns, as a tab on any project. Available in pilot.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Contacts: organisations and people linked to any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5752"/>
                </a:solidFill>
                <a:latin typeface="Calibri"/>
              </a:rPr>
              <a:t>flowgridos.co.uk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14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Georgia"/>
              </a:rPr>
              <a:t>Privacy &amp;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Your workspace is isolated from every other customer at the database level, not only by application code.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Zero-data-retention hosting by default; your documents are not used to train anyone’s models.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UK GDPR, with a Data Processing Agreement that names where your data is hosted, plus standard-format export and agreed return and deletion.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Every AI call is recorded with usage and cost, and spending limits keep invoices predictable.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5752"/>
                </a:solidFill>
                <a:latin typeface="Calibri"/>
              </a:rPr>
              <a:t>flowgridos.co.uk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14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Georgia"/>
              </a:rPr>
              <a:t>Bring one repeated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We’ll show you how it fits: a 20-minute demo around a report, bid or return you already produce. No slides, no signup.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hello@flowgridos.co.uk · or join the pilot list at flowgridos.co.uk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5752"/>
                </a:solidFill>
                <a:latin typeface="Calibri"/>
              </a:rPr>
              <a:t>flowgridos.co.uk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