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organisations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Turn what your organisation knows into work you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Small organisations run on scattered documents, repeated re-keying and blank-page reporting.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Generic AI tools give uncited answers that are hard to check before they reach a funder or client.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What the organisation knows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One workspace connects your source documents, confirmed facts and live projects.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document and page, and say so plainly when the vault has nothing.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Confirm a fact once and every draft reuses it; projects carry stages, budgets and risks.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Branded PDF and editable PowerPoint outputs. You review everything; Flowgrid never sends on your behalf.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answers: every answer links to its document and page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Document vault (PDF, Word, Excel), searchable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Confirmed facts: review once, reuse in every draft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Projects and plans with stages, budgets and risks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exports: PDF and editable PowerPoint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mode: reads the web pages, not just the links, and cites each source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Contact book with spreadsheet import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Usage and cost recorded on every AI call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Coming: email &amp; calendar sync, meeting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Your workspace is isolated from every other customer at the database level, not only by application code.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Zero-data-retention hosting by default; your documents are not used to train anyone’s models.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 GDPR, with a Data Processing Agreement that names where your data is hosted, plus standard-format export and agreed return and deletion.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AI call is recorded with usage and cost, and spending limits keep invoices predictable.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Bring one repeated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We’ll show you how it fits: a 20-minute demo around a report, bid or return you already produce. No slides, 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clive@platform91.com · or join the pilot list at 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