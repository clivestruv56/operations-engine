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Partner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Sell a branded AI workspace without building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Charities, trusts and SMEs want cited answers and structured work, not a patchwork of AI tools.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Agencies, MSPs and consultancies can own the client relationship.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Flowgrid OS handles infrastructure, model routing, security and updates.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platform you resell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 layer: client logo, colours and branded outputs.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Model router — cost-routed open weights with automatic fallbacks.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Vault &amp; confirmed facts: cited answers, with each client isolated at the database level.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Modules: projects, exports and sector modules (Groundwork and Grantwork, available in pilot).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Why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Recurring revenue: per-seat subscriptions with margin you keep. Economics are shared on a partner call.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Zero licensing overhang: MIT/Apache stack end-to-end.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Sticky clients: vault, projects and usage data increase switching costs.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Fast to deploy: new branded workspaces provisioned in minutes.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Pilot first: we are onboarding in small pilot groups, so places are limited.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58251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8251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Sign a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Agree scope &amp; collect brand assets.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00435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0435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Provision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Operator console creates tenant, keys &amp; invites.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42619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619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Curate &amp;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Upload docs, run onboarding, set spending limits.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737360"/>
            <a:ext cx="2567863" cy="3108960"/>
          </a:xfrm>
          <a:prstGeom prst="roundRect">
            <a:avLst/>
          </a:prstGeom>
          <a:solidFill>
            <a:srgbClr val="F6F2ED"/>
          </a:solidFill>
          <a:ln w="25400">
            <a:solidFill>
              <a:srgbClr val="B14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84803" y="1965960"/>
            <a:ext cx="548640" cy="548640"/>
          </a:xfrm>
          <a:prstGeom prst="ellipse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84803" y="202996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2351" y="2743200"/>
            <a:ext cx="2293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8A3A22"/>
                </a:solidFill>
                <a:latin typeface="Georgia"/>
              </a:rPr>
              <a:t>Bill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2351" y="3291840"/>
            <a:ext cx="2293543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B5752"/>
                </a:solidFill>
                <a:latin typeface="Calibri"/>
              </a:rPr>
              <a:t>You invoice the client; we invoice you.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Georgia"/>
              </a:rPr>
              <a:t>Become a Flowgrid OS partner.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Book a partner call and we’ll share the operator console, margin model and onboarding runbook.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hello@flowgridos.co.uk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